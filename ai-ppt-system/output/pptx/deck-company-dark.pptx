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进度计划与反馈闭环演示：说明计划入口、发布审批和移动端反馈如何形成闭环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汇报路径：从问题到方案再到落地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当前问题：业务材料分散，演示准备成本高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方案总览：建立结构化大纲、模板渲染和版式检查流程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流程闭环：先生成 slide_spec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落地路线：先跑通 MVP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在线审批：在线审批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总结与行动：用统一闭环提升计划执行质量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1208"/>
            <a:ext cx="3054096" cy="576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353312"/>
            <a:ext cx="6263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进度计划与反馈闭环演示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731520" y="29626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说明计划入口、发布审批和移动端反馈如何形成闭环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31520" y="33284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客户项目负责人、业务管理者、实施顾问 | 客户方案演示与需求评审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7E"/>
          </a:solidFill>
          <a:ln w="12700">
            <a:solidFill>
              <a:srgbClr val="183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A64"/>
          </a:solidFill>
          <a:ln w="12700">
            <a:solidFill>
              <a:srgbClr val="102A64"/>
            </a:solidFill>
            <a:prstDash val="solid"/>
          </a:ln>
        </p:spPr>
      </p:sp>
      <p:pic>
        <p:nvPicPr>
          <p:cNvPr id="4" name="Image 0" descr="C:\Users\wangl-bj\.codex\skills\ai-ppt-system\assets\starter-project\assets\company-template\media\image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" y="1618488"/>
            <a:ext cx="3493008" cy="4105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6512" y="14904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4023360" y="6583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汇报路径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87952" y="25146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0060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现状与痛点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87952" y="3044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00600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方案与流程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187952" y="3575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3575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价值与行动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3F90FC"/>
          </a:solidFill>
          <a:ln w="12700">
            <a:solidFill>
              <a:srgbClr val="3F90F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业务材料分散，演示准备成本高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1901952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057400"/>
            <a:ext cx="6821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内容结构难统一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859536" y="2752344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60704" y="2907792"/>
            <a:ext cx="6821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输出质量不稳定。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9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3F90FC"/>
          </a:solidFill>
          <a:ln w="12700">
            <a:solidFill>
              <a:srgbClr val="3F90F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建立结构化大纲、模板渲染和版式检查流程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让演示材料稳定复用。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106070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9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流程闭环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3F90FC"/>
          </a:solidFill>
          <a:ln w="12700">
            <a:solidFill>
              <a:srgbClr val="3F90F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先生成 slide_spec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07899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7899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再输出多格式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9709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39826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41655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41655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最后根据检查报告优化。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9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落地路线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3F90FC"/>
          </a:solidFill>
          <a:ln w="12700">
            <a:solidFill>
              <a:srgbClr val="3F90F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 MVP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07899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7899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再补充模板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9709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39826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41655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90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41655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最后沉淀企业级演示资产。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9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在线审批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3F90FC"/>
          </a:solidFill>
          <a:ln w="12700">
            <a:solidFill>
              <a:srgbClr val="3F90F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在线审批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106070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9709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9826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在线审批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39826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53465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3582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移动反馈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73582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9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3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3F90FC"/>
          </a:solidFill>
          <a:ln w="12700">
            <a:solidFill>
              <a:srgbClr val="3F90F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用统一闭环提升计划执行质量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统一计划入口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106070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9709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9826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打通反馈闭环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39826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53465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7FAFF5">
                <a:alpha val="7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3582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沉淀进度资产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73582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9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Glodon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进度计划与反馈闭环演示</dc:title>
  <dc:subject>客户方案演示与需求评审</dc:subject>
  <dc:creator>AI PPT System</dc:creator>
  <cp:lastModifiedBy>AI PPT System</cp:lastModifiedBy>
  <cp:revision>1</cp:revision>
  <dcterms:created xsi:type="dcterms:W3CDTF">2026-06-24T09:14:02Z</dcterms:created>
  <dcterms:modified xsi:type="dcterms:W3CDTF">2026-06-24T09:14:02Z</dcterms:modified>
</cp:coreProperties>
</file>