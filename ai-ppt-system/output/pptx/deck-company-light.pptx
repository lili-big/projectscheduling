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进度计划与反馈闭环演示：说明计划入口、发布审批和移动端反馈如何形成闭环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汇报路径：从问题到方案再到落地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当前问题：业务材料分散，演示准备成本高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方案总览：建立结构化大纲、模板渲染和版式检查流程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流程闭环：先生成 slide_spec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落地路线：先跑通 MVP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在线审批：在线审批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总结与行动：用统一闭环提升计划执行质量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1208"/>
            <a:ext cx="3054096" cy="5760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353312"/>
            <a:ext cx="6263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进度计划与反馈闭环演示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731520" y="296265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说明计划入口、发布审批和移动端反馈如何形成闭环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731520" y="33284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客户项目负责人、业务管理者、实施顾问 | 客户方案演示与需求评审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"/>
            <a:ext cx="384048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96512" y="14904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023360" y="6583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汇报路径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187952" y="25146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0060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现状与痛点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87952" y="3044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00600" y="3044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方案与流程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87952" y="3575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00600" y="3575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价值与行动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当前问题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2E8EF3"/>
          </a:solidFill>
          <a:ln w="12700">
            <a:solidFill>
              <a:srgbClr val="2E8EF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业务材料分散，演示准备成本高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1901952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057400"/>
            <a:ext cx="6821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内容结构难统一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859536" y="2752344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60704" y="2907792"/>
            <a:ext cx="6821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输出质量不稳定。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E8EF3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2E8EF3"/>
          </a:solidFill>
          <a:ln w="12700">
            <a:solidFill>
              <a:srgbClr val="2E8EF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建立结构化大纲、模板渲染和版式检查流程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让演示材料稳定复用。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106070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E8EF3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流程闭环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2E8EF3"/>
          </a:solidFill>
          <a:ln w="12700">
            <a:solidFill>
              <a:srgbClr val="2E8EF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先生成 slide_spec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07899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7899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再输出多格式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9709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39826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41655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41655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最后根据检查报告优化。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E8EF3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落地路线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2E8EF3"/>
          </a:solidFill>
          <a:ln w="12700">
            <a:solidFill>
              <a:srgbClr val="2E8EF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 MVP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07899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7899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再补充模板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97096" y="2267712"/>
            <a:ext cx="29992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398264" y="2423160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416552" y="250545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416552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最后沉淀企业级演示资产。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E8EF3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在线审批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2E8EF3"/>
          </a:solidFill>
          <a:ln w="12700">
            <a:solidFill>
              <a:srgbClr val="2E8EF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在线审批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106070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19709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9826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在线审批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39826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53465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3582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移动反馈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73582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E8EF3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angl-bj\.codex\skills\ai-ppt-system\assets\starter-project\assets\company-template\media\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wangl-bj\.codex\skills\ai-ppt-system\assets\starter-project\assets\company-template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29184" cy="246888"/>
          </a:xfrm>
          <a:prstGeom prst="rect">
            <a:avLst/>
          </a:prstGeom>
        </p:spPr>
      </p:pic>
      <p:pic>
        <p:nvPicPr>
          <p:cNvPr id="4" name="Image 2" descr="C:\Users\wangl-bj\.codex\skills\ai-ppt-system\assets\starter-project\assets\company-template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6336792"/>
            <a:ext cx="539496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561320" y="65105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E8E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数字建筑平台服务商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859536" y="91440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859536" y="667512"/>
            <a:ext cx="768096" cy="36576"/>
          </a:xfrm>
          <a:prstGeom prst="rect">
            <a:avLst/>
          </a:prstGeom>
          <a:solidFill>
            <a:srgbClr val="2E8EF3"/>
          </a:solidFill>
          <a:ln w="12700">
            <a:solidFill>
              <a:srgbClr val="2E8EF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59536" y="8321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用统一闭环提升计划执行质量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85953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6070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统一计划入口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106070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19709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9826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打通反馈闭环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39826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534656" y="2331720"/>
            <a:ext cx="29992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7E7F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35824" y="248716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沉淀进度资产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735824" y="2587752"/>
            <a:ext cx="310896" cy="45720"/>
          </a:xfrm>
          <a:prstGeom prst="rect">
            <a:avLst/>
          </a:prstGeom>
          <a:solidFill>
            <a:srgbClr val="64C800"/>
          </a:solidFill>
          <a:ln w="12700">
            <a:solidFill>
              <a:srgbClr val="64C8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19104" y="63093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E8EF3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Glodon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进度计划与反馈闭环演示</dc:title>
  <dc:subject>客户方案演示与需求评审</dc:subject>
  <dc:creator>AI PPT System</dc:creator>
  <cp:lastModifiedBy>AI PPT System</cp:lastModifiedBy>
  <cp:revision>1</cp:revision>
  <dcterms:created xsi:type="dcterms:W3CDTF">2026-06-24T09:13:58Z</dcterms:created>
  <dcterms:modified xsi:type="dcterms:W3CDTF">2026-06-24T09:13:58Z</dcterms:modified>
</cp:coreProperties>
</file>