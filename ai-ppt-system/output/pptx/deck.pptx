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开场先明确：我们讨论的不是一个自动排计划的小工具，而是一套连接前期策划、现场执行和风险决策的计划管控中枢。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客户通常不缺少计划表，真正缺少的是从编制到执行再到调整的统一机制。可以请客户结合上一轮调研，确认哪一个断点影响最大。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产品定位是现有基建项目管理平台中的智能计划决策引擎：既可以独立运行，也可以接入已有数据和审批系统。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这条闭环是整套产品的主线。当前 Demo 证明第一段的核心技术路径，后续动态管控和风险预警继续复用同一任务网络。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这一阶段回答项目应该怎么干、需要多少资源、关键节点能否完成。重点强调结果可解释，用户确认后才形成基准计划。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动态管控的核心是状态日期。系统接收实际开始、完成、剩余量和实际工效，持续更新后续任务与里程碑预测。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首期聚焦节点、关键任务、资源、工效、逻辑工作面和数据六类风险。预警不是红黄灯，而是能回答为什么、影响谁、何时必须处理。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首期不扩展到质量、安全、成本等完整专业风险模型。外部事件可以作为计划影响输入，但预警闭环先围绕进度决策建立。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所有结论都要能够追溯到项目数据、规则版本和人工调整记录。系统模板、企业标准和项目规则分层管理，避免规则越用越乱。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不要把方案包装成 AI 自动替人决策。AI负责理解资料、生成候选和解释，CP-SAT负责验证工期资源可行性，最后由业务人员确认。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 Demo 能操作的是数据配置、任务网络、资源求解、里程碑诊断和三方案比选。实际进度、滚动预测和风险处置属于下一阶段。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阶段一不追求大而全，而是用一座桥跑通初始计划。阶段二三增加实际进度、预测和风险闭环，最后再做权限、审批、接口和多项目协同。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建议和客户共同确定试点桥梁、数据负责人、业务负责人和每周复核节奏。先证明结果可校准、可解释，再讨论扩大范围。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结束时不要继续收集零散功能，而是收口三个行动：试点范围、双方责任人、数据和时间表。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19202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基建智能计划管控中枢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90779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让计划从一次性编制，升级为持续感知、动态推演、主动预警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877056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4164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算得出 · 算得清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53128" y="3877056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404164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跟得上 · 调得动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47888" y="3877056"/>
            <a:ext cx="3520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4041648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看得早 · 闭得环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计划管理的断点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计划编得出来，却难跟踪、难预警、难调整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87752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数据与规则分散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209544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74136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变化依赖经验重排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995928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风险往往发现太晚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从排程工具到管控中枢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统一数据、规则与计算，持续支撑项目决策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87752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统一项目数据与规则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209544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74136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连接计划编制与现场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995928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支撑持续推演与决策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一条持续业务闭环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以前期基准计划为起点，把执行反馈不断带回计划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EFF"/>
                </a:solidFill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59536" y="34930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初始计划智能编制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04488" y="27432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2907792"/>
            <a:ext cx="25968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05656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EFF"/>
                </a:solidFill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105656" y="34930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执行进度动态推演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50608" y="27432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907792"/>
            <a:ext cx="25968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51776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EFF"/>
                </a:solidFill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351776" y="34930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风险处置重新发布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初始计划：算得清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把原始资料转成可执行、可解释、可比较的基准计划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任务网络自动生成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448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双模式资源求解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5060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经济平衡抢工比选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动态管控：跟得上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不只看完成率，更要判断当前状态会把未来带向哪里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 · 实际 · 预测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448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偏差沿逻辑链传播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5060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干预方案模拟对比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风险预警：看得早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每条风险都必须有证据、有影响、有处置闭环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六类进度关联风险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448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处置窗口与责任人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5060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 · 降级 · 关闭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CARD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首期六类预警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先聚焦与进度直接相关、能够形成处置动作的风险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节点风险 / 关键任务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448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资源风险 / 工效风险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5060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逻辑工作面 / 数据风险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产品能力架构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数据、知识与智能引擎共同支撑计划闭环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项目数据与现场进度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448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三级规则与施工知识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5060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排程 · 预测 · 风险引擎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AI与算法各司其职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AI提出候选，规则负责校验，排程计算验证可行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AI生成方案与解释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448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规则校验并修复输入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5060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用户保留最终确认权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Demo连接产品蓝图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已验证计划引擎，下一步向执行管控持续延伸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已验证：计划与方案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448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下一步：动态与预警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50608" y="274320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907792"/>
            <a:ext cx="259689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长期：企业级协同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四阶段建设路线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试点验证价值，再逐步补齐动态、风险与企业化能力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25968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EFF"/>
                </a:solidFill>
              </a:rPr>
              <a:t>01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59536" y="34930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 初始计划试点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04488" y="27432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2907792"/>
            <a:ext cx="25968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05656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EFF"/>
                </a:solidFill>
              </a:rPr>
              <a:t>02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105656" y="34930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阶段2-3 动态风险闭环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50608" y="2743200"/>
            <a:ext cx="2926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2907792"/>
            <a:ext cx="259689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51776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5EFF"/>
                </a:solidFill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351776" y="349300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阶段4 企业化协同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从一个真实项目开始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以一座桥或一个工区，共同验证完整业务链路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87752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真实数据与业务复核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209544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74136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每周滚动更新进度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995928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形成可量化验收结论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84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01400" y="63276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74980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下一步，与客户共创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15727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A64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先跑通一个真实闭环，再决定规模化建设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87752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确认试点范围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209544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74136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锁定双方责任人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3995928"/>
            <a:ext cx="71323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60520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820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确定数据与时间表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基建智能计划管控中枢</dc:title>
  <dc:subject>客户整体产品方案沟通与试点共创</dc:subject>
  <dc:creator>AI PPT System</dc:creator>
  <cp:lastModifiedBy>AI PPT System</cp:lastModifiedBy>
  <cp:revision>1</cp:revision>
  <dcterms:created xsi:type="dcterms:W3CDTF">2026-07-12T03:25:59Z</dcterms:created>
  <dcterms:modified xsi:type="dcterms:W3CDTF">2026-07-12T03:25:59Z</dcterms:modified>
</cp:coreProperties>
</file>